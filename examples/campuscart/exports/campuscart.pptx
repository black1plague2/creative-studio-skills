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CampusCart</a:t>
            </a:r>
          </a:p>
          <a:p>
            <a:r>
              <a:t>Borrow what you need. Share what you own.</a:t>
            </a:r>
          </a:p>
          <a:p>
            <a:r>
              <a:t>FICTIONAL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things sit unused.</a:t>
            </a:r>
          </a:p>
          <a:p>
            <a:r>
              <a:t>Students need them for a day.</a:t>
            </a:r>
          </a:p>
          <a:p>
            <a:r>
              <a:t>FICTIONAL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Find. Borrow. Return.</a:t>
            </a:r>
          </a:p>
          <a:p>
            <a:r>
              <a:t>1  FIND</a:t>
            </a:r>
          </a:p>
          <a:p>
            <a:r>
              <a:t>Choose an item.</a:t>
            </a:r>
          </a:p>
          <a:p>
            <a:r>
              <a:t>2  BORROW</a:t>
            </a:r>
          </a:p>
          <a:p>
            <a:r>
              <a:t>Agree the handoff.</a:t>
            </a:r>
          </a:p>
          <a:p>
            <a:r>
              <a:t>3  RETURN</a:t>
            </a:r>
          </a:p>
          <a:p>
            <a:r>
              <a:t>Bring it back.</a:t>
            </a:r>
          </a:p>
          <a:p>
            <a:r>
              <a:t>FICTIONAL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F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" y="0"/>
            <a:ext cx="14622626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F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" y="0"/>
            <a:ext cx="14622626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F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" y="0"/>
            <a:ext cx="14622626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CampusCart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